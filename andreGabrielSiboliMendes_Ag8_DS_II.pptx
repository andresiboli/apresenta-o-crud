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1051560"/>
            <a:ext cx="2240280" cy="2240280"/>
          </a:xfrm>
          <a:prstGeom prst="ellipse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8A4FB"/>
                </a:solidFill>
              </a:defRPr>
            </a:pPr>
            <a:r>
              <a:t>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</a:defRPr>
            </a:pPr>
            <a:r>
              <a:t>Login +</a:t>
            </a:r>
            <a:br/>
            <a:r>
              <a:t>Cadastro de Amigos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3375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96969"/>
                </a:solidFill>
              </a:defRPr>
            </a:pPr>
            <a:r>
              <a:t>CRUD • autenticação • banco de dados • aplicação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2103120" cy="384048"/>
          </a:xfrm>
          <a:prstGeom prst="round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463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PROGRAMACÃO WEB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76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2626"/>
                </a:solidFill>
              </a:defRPr>
            </a:pPr>
            <a:r>
              <a:t>Apresentação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CRUD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O projeto em uma 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Do login até o gerenciamento dos amigos.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42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272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Identificar o usuário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69164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542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</a:defRPr>
            </a:pPr>
            <a:r>
              <a:t>ACESSO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31272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Validar autorização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69164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542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</a:defRPr>
            </a:pPr>
            <a:r>
              <a:t>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31272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Gerenciar amigos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7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9164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5420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</a:defRPr>
            </a:pPr>
            <a:r>
              <a:t>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12724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Persistir informações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377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2626"/>
                </a:solidFill>
              </a:defRPr>
            </a:pPr>
            <a:r>
              <a:t>O sistema transforma uma sequência de operações técnicas em uma experiência única para o usuário.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Arquitetura da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Cada camada possui uma responsabilidade.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50876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508760"/>
            <a:ext cx="2423160" cy="96012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7830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2626"/>
                </a:solidFill>
              </a:defRPr>
            </a:pPr>
            <a:r>
              <a:t>Interface • formulários •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468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8A4FB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8036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880360"/>
            <a:ext cx="2423160" cy="96012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7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5467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2626"/>
                </a:solidFill>
              </a:defRPr>
            </a:pPr>
            <a:r>
              <a:t>Regras • autenticação • operações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8A4FB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51960"/>
            <a:ext cx="10149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251960"/>
            <a:ext cx="2423160" cy="96012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BANCO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5262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2626"/>
                </a:solidFill>
              </a:defRPr>
            </a:pPr>
            <a:r>
              <a:t>Usuários • amigos • persistência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715000"/>
            <a:ext cx="1371600" cy="384048"/>
          </a:xfrm>
          <a:prstGeom prst="round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ARQUITETURA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A primeira camada de controle de acesso.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2519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</a:defRPr>
            </a:pPr>
            <a:r>
              <a:t>Entrar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42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</a:defRPr>
            </a:pPr>
            <a:r>
              <a:t>E-MAIL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852928"/>
            <a:ext cx="3429000" cy="530352"/>
          </a:xfrm>
          <a:prstGeom prst="round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992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</a:defRPr>
            </a:pPr>
            <a:r>
              <a:t>usuario@email.com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</a:defRPr>
            </a:pPr>
            <a:r>
              <a:t>SENHA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922776"/>
            <a:ext cx="3429000" cy="530352"/>
          </a:xfrm>
          <a:prstGeom prst="round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••••••••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709160"/>
            <a:ext cx="3429000" cy="56692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6460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ENTRAR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6002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600200"/>
            <a:ext cx="64008" cy="114300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7830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Receber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2585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O formulário envia as credenciais.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29718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2971800"/>
            <a:ext cx="64008" cy="114300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3154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1546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Validar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36301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O servidor verifica as informações.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43434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0" y="4343400"/>
            <a:ext cx="64008" cy="114300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4526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5262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Autorizar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50017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O usuário autenticado acessa o CRUD.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Quatro operações formam o ciclo de vida dos dados.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423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965960"/>
            <a:ext cx="960120" cy="96012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854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8A4FB"/>
                </a:solidFill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2626"/>
                </a:solidFill>
              </a:defRPr>
            </a:pPr>
            <a:r>
              <a:t>Criar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645920"/>
            <a:ext cx="2423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33672" y="1965960"/>
            <a:ext cx="960120" cy="96012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21854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8A4FB"/>
                </a:solidFill>
              </a:defRPr>
            </a:pPr>
            <a: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2626"/>
                </a:solidFill>
              </a:defRPr>
            </a:pPr>
            <a:r>
              <a:t>Consultar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645920"/>
            <a:ext cx="2423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0024" y="1965960"/>
            <a:ext cx="960120" cy="96012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024" y="21854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8A4FB"/>
                </a:solidFill>
              </a:defRPr>
            </a:pPr>
            <a: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2626"/>
                </a:solidFill>
              </a:defRPr>
            </a:pPr>
            <a:r>
              <a:t>Editar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645920"/>
            <a:ext cx="2423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66376" y="1965960"/>
            <a:ext cx="960120" cy="96012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21854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246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8A4FB"/>
                </a:solidFill>
              </a:defRPr>
            </a:pPr>
            <a: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2626"/>
                </a:solidFill>
              </a:defRPr>
            </a:pPr>
            <a:r>
              <a:t>Excluir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2626"/>
                </a:solidFill>
              </a:defRPr>
            </a:pPr>
            <a:r>
              <a:t>CREATE → READ → UPDATE → 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Cadastrar um novo amigo.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64008" cy="356616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78308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1. Formulário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258568"/>
            <a:ext cx="2834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Usuário preenche os dados necessários.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64008" cy="356616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78308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2. Requisição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58568"/>
            <a:ext cx="2834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Frontend envia os dados ao backend.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64008" cy="356616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178308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3. Persistência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258568"/>
            <a:ext cx="2834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Backend valida e grava no banco.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2626"/>
                </a:solidFill>
              </a:defRPr>
            </a:pPr>
            <a:r>
              <a:t>Novo registro → banco de dados → listagem atualizada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Consultar os amigos cadastrados.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07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</a:defRPr>
            </a:pPr>
            <a:r>
              <a:t>NOME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</a:defRPr>
            </a:pPr>
            <a:r>
              <a:t>E-MAIL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</a:defRPr>
            </a:pPr>
            <a:r>
              <a:t>TELEFONE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</a:defRPr>
            </a:pPr>
            <a:r>
              <a:t>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ana@email.com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(11) 99999-0001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432304"/>
            <a:ext cx="749808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4780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EDITAR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3808" y="2432304"/>
            <a:ext cx="749808" cy="384048"/>
          </a:xfrm>
          <a:prstGeom prst="round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93808" y="24780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EXCLUIR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154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Bruno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bruno@email.com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(11) 98888-0002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118104"/>
            <a:ext cx="749808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1638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EDITAR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3808" y="3118104"/>
            <a:ext cx="749808" cy="384048"/>
          </a:xfrm>
          <a:prstGeom prst="round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8" y="31638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EXCLUIR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Carla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carla@email.com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</a:defRPr>
            </a:pPr>
            <a:r>
              <a:t>(11) 97777-0003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803904"/>
            <a:ext cx="749808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8496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EDITAR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3803904"/>
            <a:ext cx="749808" cy="384048"/>
          </a:xfrm>
          <a:prstGeom prst="round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3849624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EXCLUIR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349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96969"/>
                </a:solidFill>
              </a:defRPr>
            </a:pPr>
            <a:r>
              <a:t>A consulta deve respeitar autenticação e autorização.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UPDATE +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Editar e remover também exigem controle.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64008" cy="356616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783080"/>
            <a:ext cx="4041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UPDATE • EDITAR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58568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Selecionar → carregar dados → alterar → enviar → atualizar banco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64008" cy="356616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783080"/>
            <a:ext cx="4041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DELETE • EXCLUIR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258568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Selecionar → confirmar → enviar → remover → atualizar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Por trás de um clique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Exemplo: o usuário pressiona “Cadastrar”.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1371600" cy="137160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8A4FB"/>
                </a:solidFill>
              </a:defRPr>
            </a:pPr>
            <a:r>
              <a:t>CLIQUE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591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926079" y="1828800"/>
            <a:ext cx="1371600" cy="137160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8A4FB"/>
                </a:solidFill>
              </a:defRPr>
            </a:pPr>
            <a:r>
              <a:t>ENVIO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591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1828800"/>
            <a:ext cx="1371600" cy="137160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8A4FB"/>
                </a:solidFill>
              </a:defRPr>
            </a:pPr>
            <a:r>
              <a:t>VALIDAÇÃO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591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589519" y="1828800"/>
            <a:ext cx="1371600" cy="137160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8A4FB"/>
                </a:solidFill>
              </a:defRPr>
            </a:pPr>
            <a: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591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8A4FB"/>
                </a:solidFill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921240" y="1828800"/>
            <a:ext cx="1371600" cy="1371600"/>
          </a:xfrm>
          <a:prstGeom prst="ellipse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8A4FB"/>
                </a:solidFill>
              </a:defRPr>
            </a:pPr>
            <a:r>
              <a:t>RESPOSTA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617720"/>
            <a:ext cx="8503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855464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2626"/>
                </a:solidFill>
              </a:defRPr>
            </a:pPr>
            <a:r>
              <a:t>Frontend → Backend → Banco → Backend →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Validação 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A aplicação precisa controlar tanto os dados quanto o acesso.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64008" cy="36118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37360"/>
            <a:ext cx="230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28346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Campos obrigatórios</a:t>
            </a:r>
            <a:br/>
            <a:r>
              <a:t>Formatos válidos</a:t>
            </a:r>
            <a:br/>
            <a:r>
              <a:t>Dados inesperados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64008" cy="36118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73736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AUTENTICAÇÃO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12848"/>
            <a:ext cx="28346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Sessão/token</a:t>
            </a:r>
            <a:br/>
            <a:r>
              <a:t>Rotas protegidas</a:t>
            </a:r>
            <a:br/>
            <a:r>
              <a:t>Identidade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64008" cy="36118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A4FB"/>
                </a:solidFill>
              </a:defRPr>
            </a:pPr>
            <a:r>
              <a:t>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73736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BANCO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12848"/>
            <a:ext cx="28346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Queries seguras</a:t>
            </a:r>
            <a:br/>
            <a:r>
              <a:t>Permissões</a:t>
            </a:r>
            <a:br/>
            <a:r>
              <a:t>Senhas com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32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62626"/>
                </a:solidFill>
              </a:defRPr>
            </a:pPr>
            <a:r>
              <a:t>Frontend valida para melhorar a experiência. Backend valida para proteger a aplicação.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Tratamento de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Uma aplicação boa também sabe dizer quando algo falhou.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03120"/>
            <a:ext cx="685800" cy="685800"/>
          </a:xfrm>
          <a:prstGeom prst="ellipse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40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8A4FB"/>
                </a:solidFill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2626"/>
                </a:solidFill>
              </a:defRPr>
            </a:pPr>
            <a:r>
              <a:t>Credenciais inválidas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70832" y="2103120"/>
            <a:ext cx="685800" cy="685800"/>
          </a:xfrm>
          <a:prstGeom prst="ellipse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240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8A4FB"/>
                </a:solidFill>
              </a:defRPr>
            </a:pPr>
            <a:r>
              <a:t>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474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2626"/>
                </a:solidFill>
              </a:defRPr>
            </a:pPr>
            <a:r>
              <a:t>Campo obrigatório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87184" y="2103120"/>
            <a:ext cx="685800" cy="685800"/>
          </a:xfrm>
          <a:prstGeom prst="ellipse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4" y="2240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8A4FB"/>
                </a:solidFill>
              </a:defRPr>
            </a:pPr>
            <a: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474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2626"/>
                </a:solidFill>
              </a:defRPr>
            </a:pPr>
            <a:r>
              <a:t>Falha na requisição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828800"/>
            <a:ext cx="2423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03536" y="2103120"/>
            <a:ext cx="685800" cy="685800"/>
          </a:xfrm>
          <a:prstGeom prst="ellipse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3536" y="2240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30632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8A4FB"/>
                </a:solidFill>
              </a:defRPr>
            </a:pPr>
            <a:r>
              <a:t>BANCO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3474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2626"/>
                </a:solidFill>
              </a:defRPr>
            </a:pPr>
            <a:r>
              <a:t>Erro de persistência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96969"/>
                </a:solidFill>
              </a:defRPr>
            </a:pPr>
            <a:r>
              <a:t>Feedback claro para o usuário, sem expor informações internas sensíveis.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Demonstração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Apresente o sistema como uma sequência de ações.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9659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A4F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Entrar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60520"/>
            <a:ext cx="685800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737360"/>
            <a:ext cx="19659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A4FB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06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</a:defRPr>
            </a:pPr>
            <a:r>
              <a:t>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Cadastrar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160520"/>
            <a:ext cx="685800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42062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737360"/>
            <a:ext cx="19659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A4FB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06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</a:defRPr>
            </a:pPr>
            <a: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Consultar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4160520"/>
            <a:ext cx="685800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42062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737360"/>
            <a:ext cx="19659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59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A4FB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2606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</a:defRPr>
            </a:pPr>
            <a:r>
              <a:t>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Editar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59" y="4160520"/>
            <a:ext cx="685800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59" y="42062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1737360"/>
            <a:ext cx="19659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011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A4FB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606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1414"/>
                </a:solidFill>
              </a:defRPr>
            </a:pPr>
            <a:r>
              <a:t>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Excluir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4160520"/>
            <a:ext cx="685800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42062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949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2626"/>
                </a:solidFill>
              </a:defRPr>
            </a:pPr>
            <a:r>
              <a:t>Mostre primeiro o funcionamento. Depois explique o código que torna cada etapa possível.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A4FB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41414"/>
                </a:solidFill>
              </a:defRPr>
            </a:pPr>
            <a:r>
              <a:t>Habilidades demonstradas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41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</a:defRPr>
            </a:pPr>
            <a:r>
              <a:t>O projeto reúne várias competências de desenvolvimento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5544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91639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28346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Interface, formulários e estados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64008" cy="15544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691639"/>
            <a:ext cx="285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167128"/>
            <a:ext cx="28346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Rotas, regras e autenticação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64008" cy="15544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691639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BANCO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167128"/>
            <a:ext cx="28346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Modelagem e persistência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64008" cy="15544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657600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INTEGRAÇÃO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133087"/>
            <a:ext cx="28346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HTTP e comunicação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474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474720"/>
            <a:ext cx="64008" cy="15544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657600"/>
            <a:ext cx="28529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VALIDAÇÃO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133087"/>
            <a:ext cx="28346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Dados e tratamento de erros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474720"/>
            <a:ext cx="64008" cy="1554480"/>
          </a:xfrm>
          <a:prstGeom prst="rect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3657600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</a:defRPr>
            </a:pPr>
            <a:r>
              <a:t>SEGURANÇA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133087"/>
            <a:ext cx="283463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</a:defRPr>
            </a:pPr>
            <a:r>
              <a:t>Controle de acesso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78240" y="0"/>
            <a:ext cx="3410712" cy="6858000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005840"/>
            <a:ext cx="2194560" cy="2194560"/>
          </a:xfrm>
          <a:prstGeom prst="ellipse">
            <a:avLst/>
          </a:prstGeom>
          <a:solidFill>
            <a:srgbClr val="78A4FB"/>
          </a:solidFill>
          <a:ln>
            <a:solidFill>
              <a:srgbClr val="78A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8A4FB"/>
                </a:solidFill>
              </a:defRPr>
            </a:pPr>
            <a:r>
              <a:t>DO LOGIN AO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7315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900" b="1">
                <a:solidFill>
                  <a:srgbClr val="262626"/>
                </a:solidFill>
              </a:defRPr>
            </a:pPr>
            <a:r>
              <a:t>Uma aplicação web,</a:t>
            </a:r>
            <a:br/>
            <a:r>
              <a:t>um fluxo completo.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96969"/>
                </a:solidFill>
              </a:defRPr>
            </a:pPr>
            <a:r>
              <a:t>Autenticação → Cadastro → Consulta → Edição → Exclusão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1554480" cy="384048"/>
          </a:xfrm>
          <a:prstGeom prst="round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</a:defRPr>
            </a:pPr>
            <a:r>
              <a:t>Perguntas?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96969"/>
                </a:solidFill>
              </a:defRPr>
            </a:pPr>
            <a:r>
              <a:t>PROGRAMAÇÃO WEB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969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